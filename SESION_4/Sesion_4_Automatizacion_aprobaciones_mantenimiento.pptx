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3" r:id="rId3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Límite: una ejecución puede esperar hasta 30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§6.7. Prioriza las partes 1 a 4 y la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B.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B.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Respuestas. 1) Un componente reutilizable con propiedades de entrada: se edita una vez en la biblioteca de componentes y se actualiza en todas las pantallas. 2) La validación del origen protege los datos pero avisa tarde, al enviar, y con un mensaje genérico; la de la app avisa mientras se escribe, deshabilita el botón de guardar y explica el error campo a campo. Las dos son necesarias. Preguntar a dos alumnos distintos y no alargarlo más de cinco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3" name="Shape 1"/>
          <p:cNvSpPr/>
          <p:nvPr/>
        </p:nvSpPr>
        <p:spPr>
          <a:xfrm>
            <a:off x="7269480" y="2218065"/>
            <a:ext cx="4572000" cy="2421869"/>
          </a:xfrm>
          <a:prstGeom prst="roundRect">
            <a:avLst>
              <a:gd name="adj" fmla="val 4531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Image 0" descr="/home/claude/assets/lab_proceso_vaca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2327793"/>
            <a:ext cx="4352544" cy="220241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914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417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C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Automatización, aprobaciones y mantenimiento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3434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de Power Automate desde Power Apps, notificaciones, procesos de aprobación, y cómo publicar, compartir y mantener tus soluciones.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989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horas · 3 demos guiadas · 2 prácticas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LA SESIÓN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Cerramos el proceso de principio a fin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680960"/>
                <a:gridCol w="146304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Repaso de la Sesión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A · Introducción a Power Automate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D4.1 · Primer flujo desde Power Apps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P4.1 · Flujo desde Power Apps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Descanso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B · Aprobaciones en procesos administrativos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D4.2 · Aprobación de extremo a extremo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C · Publicación, compartición, permisos y mantenimiento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D4.3 · Publicar, compartir y exportar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P4.2 · Aprobaciones, publicación y mantenimiento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 del curso y evaluación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vimos en la Sesión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 reutilizable con propiedades de entrada y de comportamiento.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y errores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por campo, IfError, Notify y Monitor.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365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y responsable del directorio, correo y publicación en Teams.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 en la app y app dentro del informe.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 a Power Automate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automatiza y qué tipos de flujo existen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Desencadenadores, acciones y contenido dinámico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desde Power Apps: Power Apps (V2) y Run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notificaciones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AUTOMATE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sistema haga lo repetitivo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223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y recordatorios: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correo, Teams, móvil.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y sincronizar datos: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SharePoint, Excel, Outlook y cientos de servicios.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vacaciones, compras, documentos.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 escritorio (RPA):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aplicaciones sin API.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IA: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Builder y Copilot para describir el flujo.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2148840"/>
            <a:ext cx="347472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power_autom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2258568"/>
            <a:ext cx="3255264" cy="32552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FLUJO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pone en marcha el flujo?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ejecuta…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 del curso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Automatizado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ocurre un evento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crear una solicitud en SharePoint, pedir aprobación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Instantáneo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pulsar un botón (app, Teams, móvil)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Desde Power Apps, notificar al responsable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una hora o con una frecuencia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lunes, recordar solicitudes pendientes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escritorio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un PC, imitando al usuario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Copiar datos a una aplicación antigua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UN FLUJO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Desencadenador, acciones y contenido dinámico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Desencadenador: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evento que inicia el flujo. Solo uno por flujo.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pasos que se ejecutan en orden.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dinámico: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pasos anteriores que se reutilizan.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Expresiones: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como formatDateTime o concat.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condiciones, bucles, paralelismo y tiempo de espera.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544403"/>
            <a:ext cx="4206240" cy="4683593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desencadenad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1654131"/>
            <a:ext cx="3986784" cy="44641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+ POWER AUTOMATE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app pasa datos, el flujo trabaja y responde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Desencadenador Power Apps (V2):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entradas con nombre y tipo.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llama al flujo con los parámetros en orden.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a Power Apps: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devuelve valores a la app.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492240" cy="2286000"/>
          </a:xfrm>
          <a:prstGeom prst="roundRect">
            <a:avLst>
              <a:gd name="adj" fmla="val 3200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Set(gblResp;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NotificarSolicitud.Run(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Self.LastSubmit.ID;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Self.LastSubmit.Title;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User().Email))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Notify(gblResp.resultado)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398873"/>
            <a:ext cx="4206240" cy="2974654"/>
          </a:xfrm>
          <a:prstGeom prst="roundRect">
            <a:avLst>
              <a:gd name="adj" fmla="val 3689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panel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2508601"/>
            <a:ext cx="3986784" cy="275519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D4.1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 flujo desde Power Apps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Power Apps Studio y diseñador de Power Automate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Power Automate &gt; Crear un flujo nuevo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(V2) con entradas Motivo y EmailAprobador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 mensaje en Teams como bot de flujo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a Power Apps con una salida de texto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en la app con Run y Notify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y revisar el historial de ejecuciones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498080" y="3040455"/>
            <a:ext cx="4114800" cy="2240129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flujo_pa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3150183"/>
            <a:ext cx="3895344" cy="202067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P4.1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Lanzar un flujo de Power Automate desde Power Apps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minutos · Guía: SESION_4/PRACTICAS/P4.1 · Sobre la app de solicitudes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el flujo desde Power Apps Studio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entradas en Power Apps (V2)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al responsable por Teams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al empleado por correo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un resultado a la app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Llamar al flujo en OnSuccess y revisar el historial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Atención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el flujo antes de volver a Studio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flujo con el autocompletado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con formatDateTime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7427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6459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Descanso · 15 minutos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2062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vuelta: el responsable aprueba o rechaza desde Teams y la app se entera.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Aprobaciones en procesos administrativos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las aprobaciones encajan en Power Automate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aprobación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reasignar y hacer seguimiento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el proceso completo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Procesos bien definidos que siguen siendo manuales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577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empleado crea la solicitud: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app.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la evalúa y la enruta: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responsable, según reglas.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responsable decide: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Teams, Outlook o el móvil.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actualiza los datos y avisa: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queda registrado.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2539969"/>
            <a:ext cx="5120640" cy="2692462"/>
          </a:xfrm>
          <a:prstGeom prst="roundRect">
            <a:avLst>
              <a:gd name="adj" fmla="val 4075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flujo_aprob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2649697"/>
            <a:ext cx="4901184" cy="247300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APROBACIÓN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Elige cómo se decide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funciona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Cuándo usarlo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Primero en responder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 con la primera respuesta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responsable o un equipo que se reparte el trabajo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deben aprobar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 la respuesta de todos los asignados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Comités y decisiones conjuntas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Respuestas personalizadas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Opciones propias además de aprobar o rechazar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«Necesito más información»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Secuencial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aprobación tras otra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y después RR. HH. si supera 10 días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EXPERIENCIA DEL APROBADOR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Esperar, responder y reasignar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61605"/>
            <a:ext cx="3505200" cy="3129150"/>
          </a:xfrm>
          <a:prstGeom prst="roundRect">
            <a:avLst>
              <a:gd name="adj" fmla="val 350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claude/assets/esperar_aprob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234757"/>
            <a:ext cx="3358896" cy="298284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la aprobación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328160" y="2913679"/>
            <a:ext cx="3505200" cy="1625002"/>
          </a:xfrm>
          <a:prstGeom prst="roundRect">
            <a:avLst>
              <a:gd name="adj" fmla="val 6752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claude/assets/responder_aprobac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312" y="2986831"/>
            <a:ext cx="3358896" cy="147869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2816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en Outlook o Teams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107680" y="3043628"/>
            <a:ext cx="3505200" cy="1365103"/>
          </a:xfrm>
          <a:prstGeom prst="roundRect">
            <a:avLst>
              <a:gd name="adj" fmla="val 8038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/home/claude/assets/reasign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832" y="3116780"/>
            <a:ext cx="3358896" cy="121879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0768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Reasignar a otra persona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PROCESO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Solicitud de vacaciones de extremo a extremo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se crea un elemento con estado Pendiente.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y esperar, asignada al aprobador.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= Approve (en inglés).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elemento con estado y comentarios.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 al empleado con la decisión.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2767804"/>
            <a:ext cx="4206240" cy="2236793"/>
          </a:xfrm>
          <a:prstGeom prst="roundRect">
            <a:avLst>
              <a:gd name="adj" fmla="val 4906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lab_proceso_vaca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2877532"/>
            <a:ext cx="3986784" cy="20173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D4.2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Aprobación de extremo a extremo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Power Automate, Teams y la app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automatizado Cuando se crea un elemento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 desencadenador sobre el estado Pendiente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y esperar una aprobación con Markdown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Resultado = Approve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elemento y correo en cada rama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una solicitud desde la app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en Teams y ver el estado en la app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498080" y="2166978"/>
            <a:ext cx="4114800" cy="3987084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iniciar_aprob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2276706"/>
            <a:ext cx="3895344" cy="37676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Publicación, compartición, permisos y mantenimiento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Guardar, publicar, versiones y restaurar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y los permisos sobre los datos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Soluciones, referencias de conexión y variables de entorno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y evolución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edición al usuario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una versión nueva. Solo la ven los editores.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visible esa versión a todos los usuarios de la app.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completo en Detalles &gt; Versiones.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Restaurar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 una versión anterior si algo falla.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de la app y permisos de los datos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la app no da acceso a los datos. Filtrar la galería mejora la experiencia, pero no es seguridad.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Quién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puede hacer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Ejecutar la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Copropietario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Editar, compartir y publicar; no eliminar ni cambiar el propietario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Propietario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Todo, incluido eliminar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seguridad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recomendada de compartir: altas y bajas en un solo sitio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(SharePoint)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Aparte: el usuario necesita permiso en el sitio o la lista para leer y escribir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Preparar la app para crecer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Soluciones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Empaquetan app, flujos y referencias de conexión. Se exportan administradas a producción.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de entorno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sitio y la lista de SharePoint cambian por entorno sin tocar la app.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Gobierno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Entornos, directivas DLP, entornos administrados y análisis de uso.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Evolución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Copropietarios en apps y flujos, versiones pequeñas y comentarios de los usuarios.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ADMINISTRACIÓN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se gobierna Power Platform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1264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desarrollo, prueba y producción.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Directivas de datos (DLP):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conectores pueden combinarse.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apps y flujos.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 administrados: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de compartición y más control.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Canalizaciones: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soluciones entre entornos.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040880" y="2981007"/>
            <a:ext cx="4572000" cy="181038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entorn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0608" y="3090735"/>
            <a:ext cx="4352544" cy="15909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D4.3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Publicar, compartir y exportar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portal de Power Apps, SharePoint y Centro de administración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de la app y restaurar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con un usuario, un copropietario y un grupo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de la lista y acceso a nivel de elemento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la solución como administrada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una variable de entorno de SharePoint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Entornos, DLP y análisis en el Centro de administración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Mensaje clave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la app ≠ compartir los datos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para mover entre entornos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un copropietario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P4.2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 de aprobación, publicación y mantenimiento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minutos · Guía: SESION_4/PRACTICAS/P4.2 · Cierre del caso integrador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automatizado de aprobación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 desencadenador y aprobador dinámico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estado y avisar al empleado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por parejas: aprueba las solicitudes de tu compañero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Versiones, compartir y permisos en SharePoint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la solución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498080" y="3086023"/>
            <a:ext cx="4114800" cy="2148993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condicion_appr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3195751"/>
            <a:ext cx="3895344" cy="192953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aprobación siempre sigue la rama de rechazo. ¿Qué revisas primero?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flujo esté activado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condición compare con Approve y no con «Aprobar»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licencia del aprobador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formato de las fechas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 compartido la app, pero tu compañero no ve datos. ¿Por qué?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has publicado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falta permiso en la lista de SharePoint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el navegador en inglés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 ser copropietario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Excel compartido a un proceso automatizado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659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para capturar y consultar; SharePoint como repositorio; Power Automate para notificar y aprobar.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26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con versiones, comparte con grupos y da permisos sobre los datos.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93192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886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y variables de entorno para llevarlo a producción y mantenerlo.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257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certificación PL-900, Dataverse y apps basadas en modelo, y Power Automate avanzado.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PREGUNTAS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empezar, de la Sesión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12064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¿Componente o copiar y pegar?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la misma cabecera en seis pantallas y te piden cambiarle el color. ¿Qué habrías hecho en la Sesión 3 para no tocar seis pantallas?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92240" y="2148840"/>
            <a:ext cx="512064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¿Dónde va la validación?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7947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diferencia hay entre marcar un campo como obligatorio en el origen de datos y validarlo en la app con un mensaje por campo?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Curso Power Apps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4 · Automatización, aprobaciones y mantenimiento</dc:title>
  <dc:subject>PptxGenJS Presentation</dc:subject>
  <dc:creator>Jorge</dc:creator>
  <cp:lastModifiedBy>Jorge</cp:lastModifiedBy>
  <cp:revision>1</cp:revision>
  <dcterms:created xsi:type="dcterms:W3CDTF">2026-09-22T06:35:24Z</dcterms:created>
  <dcterms:modified xsi:type="dcterms:W3CDTF">2026-09-22T06:35:24Z</dcterms:modified>
</cp:coreProperties>
</file>