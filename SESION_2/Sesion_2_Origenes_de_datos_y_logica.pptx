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rápida a dos alumnos antes de pasar al bloque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Mensaje: Excel para prototipos; SharePoint para apps departamentales; Dataverse cuando crece.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 el .Value de elección y el nombre interno: crea las columnas sin espacios ni tildes.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§4.3. Mensaje: perfecto para prototipos; en la práctica lo haremos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Subir el límite a 2.000 no es la solución: es un parche.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C.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742774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0" y="1926143"/>
            <a:ext cx="4572000" cy="3005714"/>
          </a:xfrm>
          <a:prstGeom prst="roundRect">
            <a:avLst>
              <a:gd name="adj" fmla="val 3651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assets/listas_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035871"/>
            <a:ext cx="4352544" cy="27862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17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Orígenes de datos y lógica de aplicaciones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como repositorio, galerías y formularios para leer y escribir, y Power Fx para dar lógica a la app.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989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 · 3 demos guiadas · 2 prácticas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por la mañana, lógica por la tarde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680960"/>
                <a:gridCol w="146304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Repaso de la Sesión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A · Orígenes de datos, conectores y SharePoint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D2.1 · De la lista de SharePoint a la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B · Galerías y formularios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D2.2 · Galería y formulario a mano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P2.1 · App de solicitudes sobre SharePoint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C · Power Fx: funciones, condicionales, variables y colecciones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D2.3 · Delegación, filtros y variables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P2.2 · Lógica con Power Fx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en la Sesión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Platform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Apps, Power Automate, Power BI, Copilot Studio y Power Pages, unidos por conectores.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 de lienzo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con controles; cada propiedad puede ser una fórmula.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Navegación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con transición, Back y pantallas ocultas.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crea versión; publicar la hace visible a los usuarios.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Orígenes de datos, conectores y SharePoint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conector y qué tipos hay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orígenes habituales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y sus listas como repositorio de información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columna y nombres internos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ORÍGENES DE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guardo los datos de mi app?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  <a:gridCol w="39319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Ventajas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en OneDrive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Rápido, conocido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usuario a la vez, sin seguridad por fila, lento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SharePoint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Permisos, versiones, colaboración, integración con Microsoft 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Delegación limitada; no para millones de filas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Dataverse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Relaciones, seguridad por roles, lógica de negocio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licencia 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 / Azure 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 volúmenes, sistemas existentes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licencia y a veces pasarela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Mucho más que carpetas compartidas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7040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documental: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con versiones, metadatos y flujos.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Intranet y comunicación: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de equipo y de comunicación.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datos compartidas con permisos, vistas y formularios.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y Power Automate están en el menú Integrar de cada lista.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55280" y="2097512"/>
            <a:ext cx="3657600" cy="3577377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share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08" y="2207240"/>
            <a:ext cx="3438144" cy="33579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SHAREPOINT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listas como repositorio de información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lista es una tabla: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(elementos) y columnas tipadas.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crean en blanco, desde Excel o desde plantilla.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heredados del sitio: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propios de la lista.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versiones de cada elemento: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configurar nada.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2207739"/>
            <a:ext cx="5120640" cy="3356923"/>
          </a:xfrm>
          <a:prstGeom prst="roundRect">
            <a:avLst>
              <a:gd name="adj" fmla="val 3269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listas_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317467"/>
            <a:ext cx="4901184" cy="31374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columna y cómo se leen en Power Apps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Power Fx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línea de 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(Motivo)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ThisItem.Title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y 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FechaInicio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Text(ThisItem.FechaInicio; "dd/mm/yyyy")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ThisItem.Dias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ThisItem.Estado.Value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ThisItem.Solicitante.DisplayName · .Email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Varias líneas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ThisItem.Comentarios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D2.1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lista de SharePoint a la app en cinco minutos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SharePoint y Power Apps Studio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lista desde Excel o en blanco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&gt; Power Apps &gt; Crear una aplicación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las tres pantallas generadas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Items de la galería e Item del formulario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elemento y verlo en la lista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3288081"/>
            <a:ext cx="4114800" cy="1744879"/>
          </a:xfrm>
          <a:prstGeom prst="roundRect">
            <a:avLst>
              <a:gd name="adj" fmla="val 6289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lab_sp_lis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3397809"/>
            <a:ext cx="3895344" cy="152542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Galerías y formularios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Galería: Items, ThisItem y Selected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Formulario: DataSource, Item y modos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formulario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sin formulario: Patch y Remove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Mostrar varios registros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que muestra la galería.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elemento se diseña y se repite en todos.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ThisItem: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fila actual dentro de la plantilla.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fila elegida por el usuario, visible desde otras pantallas.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Vertical, horizontal o flexible: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contenido.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2036477"/>
            <a:ext cx="4206240" cy="3699445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galer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146205"/>
            <a:ext cx="3986784" cy="347998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Ver, editar y crear registros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o tabla.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que muestra (galSolicitudes.Selected).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datos: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columna, con su control adecuado.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Nuevo, Editar y Vista (DefaultMode).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2579894"/>
            <a:ext cx="5120640" cy="2612612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formul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689622"/>
            <a:ext cx="4901184" cy="23931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FORMULARIO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 un formulario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NewForm / EditForm / ViewForm cambian el modo.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SubmitForm valida y guarda; ResetForm descarta.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OnSuccess y OnFailure reaccionan al resultado.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92240" cy="2560320"/>
          </a:xfrm>
          <a:prstGeom prst="roundRect">
            <a:avLst>
              <a:gd name="adj" fmla="val 2857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Icono +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NewForm(frmSolicitud);; Navigate(scrForm)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Guardar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SubmitForm(frmSolicitud)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OnSuccess del formulario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Notify("Guardado"; NotificationType.Success);; Back()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2984226"/>
            <a:ext cx="4206240" cy="1803947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modo_formular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3093954"/>
            <a:ext cx="3986784" cy="15844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FORMULARIO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Patch, Remove y Defaults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o modifica un registro desde cualquier control.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registro nuevo con los valores predeterminados.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un registro.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10698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Patch('Solicitudes de vacaciones'; Defaults('Solicitudes de vacaciones');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Title: txtMotivo.Text; Dias: Value(txtDias.Text) 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Modificar la fila actual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Patch('Solicitudes de vacaciones'; ThisItem; { Estado: { Value: "Rechazada" } 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Eliminar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Remove('Solicitudes de vacaciones'; galSolicitudes.Selected)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D2.2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Galería y formulario construidos a mano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app en blanco en formato teléfono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la lista Solicitudes de vacaciones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con ThisItem.Title, fechas y Tipo.Value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con formulario: DataSource e Item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NewForm, EditForm y navegación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SubmitForm con OnSuccess y Notify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desde un botón de la galería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durante un guardado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2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que conviene enseñar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.Value en columnas de elección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sin enlazar a Selected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y no volver: falta Back()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P2.1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de solicitudes de vacaciones sobre SharePoint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minutos · Guía: SESION_2/PRACTICAS/P2.1 · Caso integrador del curso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lista con las columnas indicadas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 blanco conectada a SharePoint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filtrada por usuario y ordenada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con días calculados y solicitante automático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editar, eliminar y cancelar con Patch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y publicar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esperado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empleado ve solo sus solicitudes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aparecen en SharePoint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tras guardar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las Sesiones 3 y 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742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· 15 minutos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206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vuelta: Power Fx, el lenguaje que da lógica a tus apps.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Fx: funciones, condicionales, variables y colecciones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números y fechas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Switch y With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globales y de contexto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 y tablas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Delegación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Excel, pero en la app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declarativas: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recalculan solas cuando cambian los datos.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para unir, Text para formatear, Substitute para reemplazar.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y fechas: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Round, Today, DateAdd, DateDiff.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92240" cy="1463040"/>
          </a:xfrm>
          <a:prstGeom prst="roundRect">
            <a:avLst>
              <a:gd name="adj" fmla="val 5000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Text(Value(txtQty.Text) * Value(txtPrice.Text); "#.##0,00 €")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"Hola, " &amp; User().FullName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DateDiff(dteInicio.SelectedDate; dteFin.SelectedDate; TimeUnit.Days) + 1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DateAdd(Today(); 10; TimeUnit.Days)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2655189"/>
            <a:ext cx="4206240" cy="2462022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formulas_pizar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764917"/>
            <a:ext cx="3986784" cy="224256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If, Switch y With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 varias condiciones con su resultado.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un valor con varias opciones.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nombre a un cálculo para no repetirlo.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10698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= If(total &gt; 50; Green; Blue)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Switch(ThisItem.Estado.Value;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"Aprobada"; Green;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"Rechazada"; Red;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RGBA(230; 150; 0; 1))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With({ total: Value(txtQty.Text) * Value(txtPrice.Text)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If(total &gt;= 1000; "Dirección"; total &gt;= 100; "Responsable"; "Automática"))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Globales, de contexto y fórmulas con nombre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global, visible en toda la app.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UpdateContext: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 contexto, solo en su pantalla.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App.Formulas: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valor se calcula, mejor una fórmula con nombre.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92240" cy="1737360"/>
          </a:xfrm>
          <a:prstGeom prst="roundRect">
            <a:avLst>
              <a:gd name="adj" fmla="val 4211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Set(gblUser; User().Email)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UpdateContext({ locTotal: locTotal + 1 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App.Formulas (Sesión 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fxMaxDias = 22;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3296957"/>
            <a:ext cx="4206240" cy="1178486"/>
          </a:xfrm>
          <a:prstGeom prst="roundRect">
            <a:avLst>
              <a:gd name="adj" fmla="val 9311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3406685"/>
            <a:ext cx="3986784" cy="9590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Tablas en memoria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ClearCollect: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 y rellena; Collect añade.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y Remove: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modifican y eliminan filas.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Viven en el dispositivo: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 al cerrar la app.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92240" cy="2011680"/>
          </a:xfrm>
          <a:prstGeom prst="roundRect">
            <a:avLst>
              <a:gd name="adj" fmla="val 3636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ClearCollect(colCities;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City: "Madrid"; Population: 3332000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City: "Lisboa"; Population: 545000 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Filter(colCities; Population &gt;= sldPop.Value)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Remove(colCities; varCity)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2845106"/>
            <a:ext cx="4206240" cy="2082189"/>
          </a:xfrm>
          <a:prstGeom prst="roundRect">
            <a:avLst>
              <a:gd name="adj" fmla="val 5270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lab_colec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954834"/>
            <a:ext cx="3986784" cy="186273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Delegación: quién filtra los datos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significa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servidor (SharePoint) filtra y devuelve solo lo necesario. Escala a listas grandes.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delegable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Apps descarga los primeros 500 registros (hasta 2.000) y filtra en local. Puedes no ver todo.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Triángulo amarillo y subrayado azul en la fórmula.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Delegables con SharePoint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con =, &lt;, &gt;, StartsWith, And/Or, SortByColumns, LookUp.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delegables con SharePoint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Search, in, Len, operaciones sobre columnas calculadas.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D2.3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Delegación, filtros y variables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sobre la app de la demo D2.2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sobre SharePoint y el aviso de delegación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500 y dónde se cambia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por Filter con StartsWith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 UpdateContext con un contador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Variables y colecciones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ClearCollect en OnVisible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2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práctica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en la lista: filtra en la lista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temporal: colección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calculado: fórmula con nombre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P2.2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negocio con Power Fx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minutos · Guía: SESION_2/PRACTICAS/P2.2 · App nueva e independiente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presupuesto con formato en euros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 con If y tramos con Switch y With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 con variable de contexto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global y panel de variables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de ciudades con filtros y orden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LookUp, Patch, Collect y Remove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Value() al multiplicar cuadros de texto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y ;; con navegador en español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OnVisible en modo edición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muestra el texto de una columna de elección de SharePoint?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ThisItem.Estado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ThisItem.Estado.Value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Text(ThisItem.Estado)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ThisItem.Estado.Text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Quieres un contador que solo usa una pantalla. ¿Qué empleas?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colección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UpdateContext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columna de SharePoint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te llevas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es un repositorio sólido para apps departamentales; cuida los tipos y nombres de columna.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26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para leer, formulario o Patch para escribir, y siempre pensando en la delegación.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Fx: If, Switch, variables y colecciones para dar lógica a la app.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avanzados, validación, componentes e integración con Microsoft 365 y Power BI.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2 · Orígenes de datos y lógica de aplicaciones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Curso Power Apps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2 · Orígenes de datos y lógica</dc:title>
  <dc:subject>PptxGenJS Presentation</dc:subject>
  <dc:creator>Jorge</dc:creator>
  <cp:lastModifiedBy>Jorge</cp:lastModifiedBy>
  <cp:revision>1</cp:revision>
  <dcterms:created xsi:type="dcterms:W3CDTF">2026-09-22T06:35:23Z</dcterms:created>
  <dcterms:modified xsi:type="dcterms:W3CDTF">2026-09-22T06:35:23Z</dcterms:modified>
</cp:coreProperties>
</file>