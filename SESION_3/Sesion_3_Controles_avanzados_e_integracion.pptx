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también cámara, código de barras, adjuntos, lápiz y la tabla de datos moderna (GA en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§5.5. Rescate: ContosoCoffee_1_0_0_1.zip.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Usaremos Sales Analysis.pbix de la carpeta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742774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0" y="2100560"/>
            <a:ext cx="4572000" cy="2656881"/>
          </a:xfrm>
          <a:prstGeom prst="roundRect">
            <a:avLst>
              <a:gd name="adj" fmla="val 413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/lab_compare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210288"/>
            <a:ext cx="4352544" cy="24374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avanzados, integración y experiencia de usuario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reutilizables, validación y control de errores, buenas prácticas, y conexión con Microsoft 365 y Power BI.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app que funciona a una app que se usa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de la Sesión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Controles avanzados y componentes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D3.1 · Componentes y fórmulas con nombre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Validación, errores, usabilidad y buenas prácticas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D3.2 · Validación, errores y Monitor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P3.1 · Controles avanzados y validación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C · Integración con Microsoft 365 y Power 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D3.3 · Power BI en Power Apps y Power Apps en Power 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P3.2 · Integración con Microsoft 365 y Power 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en la Sesión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como repositorio: columnas de elección con .Value y de persona.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y escribir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para mostrar, formulario o Patch para guardar.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Fx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Switch, With, variables y colecciones.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Delegación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filtre el servidor: Filter y StartsWith sí, Search no.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avanzados y componentes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Galerías enlazadas y selección múltiple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datos, multimedia y gráficos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datos moderna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bibliotecas de componentes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GALERÍAS AVANZADAS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galería filtra a otra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Galerías enlazadas: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= Filter(Machines; Tipo = galTypes.Selected.Id).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dentro de la plantilla: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casillas, iconos, botones.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múltiple: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casilla añade o quita de una colección.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IsSelected: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resaltar la fila elegida.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2245283"/>
            <a:ext cx="5669280" cy="3281834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lab_galeria_casil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2355011"/>
            <a:ext cx="5449824" cy="30623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CONTROLES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Datos, multimedia y visualización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6980"/>
            <a:ext cx="3505200" cy="441840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/componentes_formul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90132"/>
            <a:ext cx="3358896" cy="4272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y tarjetas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28160" y="3204392"/>
            <a:ext cx="3505200" cy="1043576"/>
          </a:xfrm>
          <a:prstGeom prst="roundRect">
            <a:avLst>
              <a:gd name="adj" fmla="val 10515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/icon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12" y="3277544"/>
            <a:ext cx="3358896" cy="897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816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 y formas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07680" y="2858038"/>
            <a:ext cx="3505200" cy="1736284"/>
          </a:xfrm>
          <a:prstGeom prst="roundRect">
            <a:avLst>
              <a:gd name="adj" fmla="val 632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assets/pbi_grafic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832" y="2931190"/>
            <a:ext cx="3358896" cy="15899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768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nativos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 una vez, úsalo en todas partes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de entrada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 en cada uso: el título, un color, si se ve el botón atrás.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de salida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componente devuelve a la pantalla: un valor elegido, un estado.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comportamiento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que decide la pantalla: OnBack, OnSave.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componentes entre apps; al actualizarlos, las apps te avisan.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D3.1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y fórmulas con nombre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app Machine Ordering de demostración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cmpHeader en la pestaña Componentes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de entrada Title y de comportamiento OnBack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Insertarlo en dos pantallas con valores distintos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color en el componente y ver el efecto global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App.Formulas: fxMaxQty y fxUserName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mejor que Set en App.OnStart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definidas por el usuario, si están disponibles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clave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cambio, todas las pantallas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con nombre: siempre actualizadas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variables, menos errores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Validación, errores, usabilidad y buenas prácticas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tres niveles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errores con IfError y Notify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Comprobador de aplicaciones y Monitor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diseño y desarrollo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en tres niveles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control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número o fecha, campo obligatorio, longitud máxima. Evita el error antes de que ocurra.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8160" y="214884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24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24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3108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de negocio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379476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IsBlank, IsMatch, IsNumeric y comparaciones. Mensaje por campo y botón deshabilitado.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7680" y="214884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20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108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origen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379476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obligatorias y validaciones de SharePoint o Dataverse. La última barrera.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POWER FX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Mensajes por campo y botón que se habilita solo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IsMatch con patrones predefinidos: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Match.Email, Match.Digit…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ValidationState: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rojo en controles modernos.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nombre a cada regla.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lblErrEmail.Visible = !IsBlank(txtEmail.Text) &amp;&amp; !IsMatch(txtEmail.Text; Match.Email)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btnSend.DisplayMode = With(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qtyOk: Value(txtQty.Text) &gt;= 1 &amp;&amp; Value(txtQty.Text) &lt;= fxMaxQty;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emailOk: IsMatch(txtEmail.Text; Match.Email)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If(qtyOk &amp;&amp; emailOk; DisplayMode.Edit; DisplayMode.Disabled))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ERRORES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un fallo no rompa la app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IfError: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el error y ofrece una alternativa.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FirstError y Errors():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error y errores de un origen.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claro al usuario, con su tipo.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IfError(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Patch('Pedidos máquinas'; Defaults('Pedidos máquinas'); { Title: ...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Notify("No se ha guardado: " &amp; FirstError.Message; NotificationType.Error);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Notify("Pedido registrado"; NotificationType.Success)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desarrollo que escalan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Nombres con prefijo (scr, gal, btn, txt)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Fórmulas legibles y mantenimiento sencillo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App.Formulas en lugar de App.OnStart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Arranque más rápido y valores siempre actualizados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 delegables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app funciona igual con 50 o con 50.000 registros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para cargas iniciales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Varias consultas en paralelo reducen la espera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Contenedores y Parent.Width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adaptable a teléfono, tableta y escritorio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y temas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Consistencia visual con un único punto de cambio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Comprobador de aplicaciones y Monitor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Accesibilidad, rendimiento y diagnóstico de errores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D3.2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Validación, errores y Monitor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formulario de pedido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de error con IsMatch y Match.Email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ValidationState en un control moderno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con DisplayMode y With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un error con una columna obligatoria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Envolver el Patch en IfError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localizar la llamada fallida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Comprobador de aplicaciones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Concurrent y comparar tiempos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deben observar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IfError: mensaje rojo genérico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IfError: mensaje comprensible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enseña la respuesta real del servidor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P3.1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avanzados, componentes, validación y errores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 · Guía: SESION_3/PRACTICAS/P3.1 · Continúa la app de la P1.2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Machine-Order-Data.xlsx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Galerías enlazadas por tipo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Casillas que llenan la colección colCompare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comparación con la más barata resaltada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cmpHeader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por campo y control de errores con IfError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891875"/>
            <a:ext cx="4114800" cy="253728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lab_machine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001603"/>
            <a:ext cx="3895344" cy="231783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42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15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conectamos la app con Microsoft 365, Teams y Power BI.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Microsoft 365 y Power BI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Office 365, Outlook y Teams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dentro de Power Apps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dentro de Power BI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típicos de integración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Conectores que aparecen en casi todas las apps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de Office 365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Directorio: perfil, foto, responsable, búsqueda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Office365Users.ManagerV2(User().Email)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365 Outlook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correo, eventos de calendario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Office365Outlook.SendEmailV2(...)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la app, enviar mensajes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a Teams desde el portal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 y OneDrive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y documentos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Listas, bibliotecas y archivos Excel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de aprobación (Sesión 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Power Automate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direcciones de integración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en Power Apps: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Icono de Power BI para ver indicadores dentro de la app.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en Power BI: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visual Power Apps para actuar desde el informe sobre los datos filtrados.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lo que su licencia y permisos de Power BI le permiten.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103886"/>
            <a:ext cx="5120640" cy="3564628"/>
          </a:xfrm>
          <a:prstGeom prst="roundRect">
            <a:avLst>
              <a:gd name="adj" fmla="val 3078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pbi_infor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213614"/>
            <a:ext cx="4901184" cy="33451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informe al panel y del panel a la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11125"/>
            <a:ext cx="3505200" cy="203011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/pbi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784277"/>
            <a:ext cx="3358896" cy="18838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Informe en Power BI Desktop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28160" y="2376648"/>
            <a:ext cx="3505200" cy="2699065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/pbi_servi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12" y="2449800"/>
            <a:ext cx="3358896" cy="25527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816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Publicado en el servicio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07680" y="1973580"/>
            <a:ext cx="3505200" cy="350520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assets/powerbi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832" y="2046732"/>
            <a:ext cx="3358896" cy="3358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768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Icono anclado en la app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D3.3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en Power Apps y Power Apps en Power BI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Sales Analysis.pbix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Anclar un visual del informe a un panel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el control Icono de Power BI en la app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área de trabajo, panel e icono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el objeto visual Power Apps en Power BI Desktop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dos columnas y crear una app nueva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el informe y ver la galería de la app cambiar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clave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Icono: ver indicadores en la app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visual: actuar desde el informe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 de Power BI se respetan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P3.2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Microsoft 365 y Power BI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minutos · Guía: SESION_3/PRACTICAS/P3.2 · Sobre la app de la P2.1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y responsable con Usuarios de Office 365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Aprobador rellenado automáticamente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 confirmación con Outlook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 de Power BI en una pantalla nueva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app en Teams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Imprescindible para la Sesión 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2 rellena el aprobador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aprobador no hay flujo de aprobación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cuadro combinado de personas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defines un valor que se calcula y usas en varias pantallas?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App.OnStart con 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App.Formulas como fórmula con nombre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colección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OnVisible de cada pantalla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Quieres que el usuario actúe sobre los datos que filtra en un informe. ¿Qué usas?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Icono de Power BI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gráfico nativo de Power Apps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visual Power Apps dentro de Power BI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Excel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llevas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fórmulas con nombre para apps consistentes y fáciles de mantener.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tres niveles y gestionar los errores con IfError y Notify.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y Power BI convierten una app aislada en parte del día a día.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Automate, aprobaciones, publicación, permisos y mantenimiento.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3 · Controles avanzados, integración y experiencia de usuario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Curso Power Apps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· Controles avanzados e integración</dc:title>
  <dc:subject>PptxGenJS Presentation</dc:subject>
  <dc:creator>Jorge</dc:creator>
  <cp:lastModifiedBy>Jorge</cp:lastModifiedBy>
  <cp:revision>1</cp:revision>
  <dcterms:created xsi:type="dcterms:W3CDTF">2026-09-22T06:35:24Z</dcterms:created>
  <dcterms:modified xsi:type="dcterms:W3CDTF">2026-09-22T06:35:24Z</dcterms:modified>
</cp:coreProperties>
</file>