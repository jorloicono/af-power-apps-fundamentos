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1" r:id="rId3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  <Relationship Id="rId32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 también cámara, código de barras, adjuntos, lápiz y la tabla de datos moderna (GA en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§5.5. Rescate: ContosoCoffee_1_0_0_1.zip.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Usaremos Sales Analysis.pbix de la carpeta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C.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Respuestas. 1) Una columna de elección devuelve un registro con Value y Id, no un texto; el texto está en .Value. Lo mismo pasa con las columnas de persona, que devuelven un registro con DisplayName y Email. 2) Si la fórmula no es delegable, Power Apps solo trae los primeros 500 registros (2.000 como máximo) y filtra en local: se cambia Search por Filter con StartsWith, que sí delega. Preguntar a dos alumnos distintos y no alargarlo más de cinco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2100560"/>
            <a:ext cx="4572000" cy="2656881"/>
          </a:xfrm>
          <a:prstGeom prst="roundRect">
            <a:avLst>
              <a:gd name="adj" fmla="val 4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ab_compare_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210288"/>
            <a:ext cx="4352544" cy="24374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avanzados, integración y experiencia de usuario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reutilizables, validación y control de errores, buenas prácticas, y conexión con Microsoft 365 y Power BI.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app que funciona a una app que se usa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Controles avanzados y componentes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D3.1 · Componentes y fórmulas con nombre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Validación, errores, usabilidad y buenas prácticas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D3.2 · Validación, errores y Monitor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P3.1 · Controles avanzados y validación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Integración con Microsoft 365 y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D3.3 · Power BI en Power Apps y Power Apps en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P3.2 · Integración con Microsoft 365 y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en OneDrive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como repositorio: todo llega como texto, sin tipos ni valores predeterminados.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y escribir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para mostrar, formulario o Patch para guardar.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Fx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Switch, With, variables y colecciones.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filtre el servidor: Filter y StartsWith sí, Search no.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 y componentes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 y selección múltiple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datos, multimedia y gráficos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de datos moderna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bibliotecas de componentes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AVANZADAS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galería filtra a otra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029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= Filter(Machines; Tipo = galTypes.Selected.Id).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dentro de la plantilla: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casillas, iconos, botones.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múltiple: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casilla añade o quita de una colección.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IsSelected: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resaltar la fila elegida.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2245283"/>
            <a:ext cx="5669280" cy="3281834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ab_galeria_cas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2355011"/>
            <a:ext cx="5449824" cy="306237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CONTROLES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Datos, multimedia y visualización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16980"/>
            <a:ext cx="3505200" cy="4418400"/>
          </a:xfrm>
          <a:prstGeom prst="roundRect">
            <a:avLst>
              <a:gd name="adj" fmla="val 3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componentes_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90132"/>
            <a:ext cx="3358896" cy="4272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y tarjetas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3204392"/>
            <a:ext cx="3505200" cy="1043576"/>
          </a:xfrm>
          <a:prstGeom prst="roundRect">
            <a:avLst>
              <a:gd name="adj" fmla="val 1051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icon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3277544"/>
            <a:ext cx="3358896" cy="897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 y formas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2858038"/>
            <a:ext cx="3505200" cy="1736284"/>
          </a:xfrm>
          <a:prstGeom prst="roundRect">
            <a:avLst>
              <a:gd name="adj" fmla="val 632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pbi_grafic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2931190"/>
            <a:ext cx="3358896" cy="15899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nativos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 una vez, úsalo en todas partes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cambia en cada uso: el título, un color, si se ve el botón atrás.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salida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componente devuelve a la pantalla: un valor elegido, un estado.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comportamiento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que decide la pantalla: OnBack, OnSave.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componentes entre apps; al actualizarlos, las apps te avisan.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y fórmulas con nombre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app Machine Ordering de demostración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cmpHeader en la pestaña Componentes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 de entrada Title y de comportamiento OnBack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Insertarlo en dos pantallas con valores distintos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el color en el componente y ver el efecto global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App.Formulas: fxMaxQty y fxUserName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mejor que Set en App.OnStart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definidas por el usuario, si están disponibles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cambio, todas las pantallas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Fórmulas con nombre: siempre actualizadas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variables, menos errores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Validación, errores, usabilidad y buenas prácticas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en tres niveles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errores con IfError y Notify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Comprobador de aplicaciones y Monitor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de diseño y desarrollo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en tres niveles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control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número o fecha, campo obligatorio, longitud máxima. Evita el error antes de que ocurra.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816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24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24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regla de negocio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0248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IsBlank, IsMatch, IsNumeric y comparaciones. Mensaje por campo y botón deshabilitado.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768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20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20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origen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200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obligatorias y validaciones del origen. Con Excel no existen: la app es la única barrera.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POWER FX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Mensajes por campo y botón que se habilita solo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IsMatch con patrones predefinidos: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Match.Email, Match.Digit…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ValidationState: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 rojo en controles modernos.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nombre a cada regla.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lblErrEmail.Visible = !IsBlank(txtEmail.Text) &amp;&amp; !IsMatch(txtEmail.Text; Match.Email)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btnSend.DisplayMode = With(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qtyOk: Value(txtQty.Text) &gt;= 1 &amp;&amp; Value(txtQty.Text) &lt;= fxMaxQty;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emailOk: IsMatch(txtEmail.Text; Match.Email)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If(qtyOk &amp;&amp; emailOk; DisplayMode.Edit; DisplayMode.Disabled))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ERRORES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un fallo no rompa la app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IfError: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error y ofrece una alternativa.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FirstError y Errors():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error y errores de un origen.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claro al usuario, con su tipo.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IfError(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Patch('Pedidos máquinas'; Defaults('Pedidos máquinas'); { Title: ...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Notify("No se ha guardado: " &amp; FirstError.Message; NotificationType.Error);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Notify("Pedido registrado"; NotificationType.Success)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y desarrollo que escalan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 con prefijo (scr, gal, btn, txt)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Fórmulas legibles y mantenimiento sencillo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App.Formulas en lugar de App.OnStart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Arranque más rápido y valores siempre actualizados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Funciones delegables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app funciona igual con 50 o con 50.000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 para cargas iniciales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 consultas en paralelo reducen la espera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Contenedores y Parent.Width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adaptable a teléfono, tableta y escritorio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 y temas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Consistencia visual con un único punto de cambio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Comprobador de aplicaciones y Monitor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Accesibilidad, rendimiento y diagnóstico de errores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Validación, errores y Monitor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formulario de pedido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de error con IsMatch y Match.Email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ValidationState en un control moderno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con DisplayMode y 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Provocar un error con una columna obligatoria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Envolver el Patch en IfError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Monitor: localizar la llamada fallida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Comprobador de aplicaciones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Concurrent y comparar tiempos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deben observar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IfError: mensaje rojo genérico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IfError: mensaje comprensible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enseña la respuesta real del servidor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P3.1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avanzados, componentes, validación y errores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 · Guía: SESION_3/PRACTICAS/P3.1 · Continúa la app de la P1.2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Importar Machine-Order-Data.xlsx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 por tipo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Casillas que llenan la colección colCompare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comparación con la más barata resaltada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cmpHeader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por campo y control de errores con IfError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2891875"/>
            <a:ext cx="4114800" cy="2537289"/>
          </a:xfrm>
          <a:prstGeom prst="roundRect">
            <a:avLst>
              <a:gd name="adj" fmla="val 432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machine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001603"/>
            <a:ext cx="3895344" cy="23178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conectamos la app con Microsoft 365, Teams y Power BI.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con Microsoft 365 y Power BI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Office 365, Outlook y Teams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dentro de Power Apps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dentro de Power BI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típicos de integración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Conectores que aparecen en casi todas las apps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 de Office 365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Directorio: perfil, foto, responsable, búsqueda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Office365Users.ManagerV2(User().Email)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365 Outlook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correo, eventos de calendario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Office365Outlook.SendEmailV2(...)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Publicar la app, enviar mensajes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a Teams desde el portal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 y OneDrive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y documentos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Listas, bibliotecas y archivos Excel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Aprobaciones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 de aprobación (Sesión 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Desde Power Automate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direcciones de integración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en Power Apps: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Icono de Power BI para ver indicadores dentro de la app.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en Power BI: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visual Power Apps para actuar desde el informe sobre los datos filtrados.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ve lo que su licencia y permisos de Power BI le permiten.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103886"/>
            <a:ext cx="5120640" cy="3564628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pbi_infor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213614"/>
            <a:ext cx="4901184" cy="3345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informe al panel y del panel a la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711125"/>
            <a:ext cx="3505200" cy="203011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pbi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784277"/>
            <a:ext cx="3358896" cy="18838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Informe en Power BI Desktop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2376648"/>
            <a:ext cx="3505200" cy="2699065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pbi_serv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2449800"/>
            <a:ext cx="3358896" cy="25527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Publicado en el servicio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1973580"/>
            <a:ext cx="3505200" cy="3505200"/>
          </a:xfrm>
          <a:prstGeom prst="roundRect">
            <a:avLst>
              <a:gd name="adj" fmla="val 3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powerb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2046732"/>
            <a:ext cx="3358896" cy="3358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Icono anclado en la app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en Power Apps y Power Apps en Power BI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Sales Analysis.pbix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Anclar un visual del informe a un panel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el control Icono de Power BI en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área de trabajo, panel e icono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el objeto visual Power Apps en Power BI Desktop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dos columnas y crear una app nueva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el informe y ver la galería de la app cambiar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Icono: ver indicadores en la app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visual: actuar desde el informe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permisos de Power BI se respetan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P3.2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con Microsoft 365 y Power BI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SESION_3/PRACTICAS/P3.2 · Sobre la app de la P2.1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y responsable con Usuarios de Office 365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Aprobador rellenado automáticamente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de confirmación con Outlook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 de Power BI en una pantalla nueva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la app en Teams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Imprescindible para la Sesión 4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Parte 2 rellena el aprobador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aprobador no hay flujo de aprobación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Alternativa: cuadro combinado de personas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defines un valor que se calcula y usas en varias pantallas?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App.OnStart con Set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App.Formulas como fórmula con nombre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colección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OnVisible de cada pantalla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Quieres que el usuario actúe sobre los datos que filtra en un informe. ¿Qué usas?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control Icono de Power BI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gráfico nativo de Power Apps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objeto visual Power Apps dentro de Power BI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Excel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te llevas hoy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fórmulas con nombre para apps consistentes y fáciles de mantener.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en tres niveles y gestionar los errores con IfError y Notify.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y Power BI convierten una app aislada en parte del día a día.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Automate, aprobaciones, publicación, permisos y mantenimiento.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de la Sesión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.Value?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galería pusiste ThisItem.Estado y aparecía un error. ¿Por qué hay que escribir ThisItem.Estado.Value?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la delegación?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galería filtra sobre 3.000 registros y solo ves unos cuantos. ¿Qué está pasando y qué función cambiarías?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3 · Controles avanzados e integración</dc:title>
  <dc:subject>PptxGenJS Presentation</dc:subject>
  <dc:creator>Jorge</dc:creator>
  <cp:lastModifiedBy>Jorge</cp:lastModifiedBy>
  <cp:revision>1</cp:revision>
  <dcterms:created xsi:type="dcterms:W3CDTF">2026-09-22T06:35:24Z</dcterms:created>
  <dcterms:modified xsi:type="dcterms:W3CDTF">2026-09-22T06:35:24Z</dcterms:modified>
</cp:coreProperties>
</file>