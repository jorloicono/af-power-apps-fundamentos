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§3.1. Lee la agenda en 30 segundos y señala que cada bloque termina con algo que hacen ellos.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§3.2. Apunta los procesos que digan; te servirán de ejemplos en las cuatro sesiones.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§1. Explica las dos apps que crecen durante el curso: Machine Ordering y Solicitudes de vacaciones.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§3.2, bloque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Empieza por el problema. Pregunta: ¿qué proceso de vuestra área vive en un Excel compartido?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materiales antiguos verán Power Virtual Agents: hoy es Copilot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 desde ya: el curso usa solo conectores estándar, sin Dataverse ni licencias premium.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entres en detalle de precios; basta con saber qué pueden usar en el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§3.2, bloque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§3.5. Atasco típico: el Excel sin formato de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§3.2, bloque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control produce una acción o muestra información.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documentación de Microsoft sobre actualizaciones de controles modernos (feb.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§3.7. Que guarden la app: la retomamos en la Sesión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742774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0" y="1935386"/>
            <a:ext cx="4572000" cy="2987228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assets/pp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045114"/>
            <a:ext cx="4352544" cy="27677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17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C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 Power Apps y creación de aplicaciones básicas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Power Apps, dónde encaja en Power Platform y cómo se construye una app de lienzo con pantallas, navegación y controles.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989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 · 3 demos guiadas · 2 prácticas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horas de teoría, demo y práctica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680960"/>
                <a:gridCol w="146304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Bienvenida y presentación del curso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A · Power Platform y Power Apps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D1.1 · Recorrido por Power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B · Tipos de apps y Power Apps Studio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D1.2 · Power Apps Studio y Copilot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P1.1 · Primera app generada desde datos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C · Pantallas, navegación y controles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D1.3 · Pantallas, navegación y temas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7427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P1.2 · App de lienzo desde cero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empezar, nos conocemos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nombre y tu puesto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 qué área de la empresa trabajas.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Experiencia con Power Apps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Ninguna, la he visto o ya he hecho alguna app.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Experiencia con Excel o Power BI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escribes fórmulas en Excel, Power Fx te va a resultar familiar.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proceso que te gustaría digitalizar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usaremos de ejemplo durante el curso.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sesiones, un proceso completo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conductor: una app de solicitudes de vacaciones sobre SharePoint que termina con un flujo de aprobación.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 básicas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Platform, Power Apps Studio, pantallas, navegación y controles.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83280" y="242316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69748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y lógica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069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como repositorio, galerías, formularios y Power Fx.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242316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69748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y UX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069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validación, errores, Microsoft 365 y Power BI.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52560" y="242316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269748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2688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4069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Automate, aprobaciones, publicación, permisos y mantenimiento.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Platform y Power Apps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línea de negocio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de Power Platform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Conectores, Dataverse, AI Builder y Copilot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ciudadano y el valor para la empresa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de línea de negocio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que sostienen el día a día: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contabilidad, facturación, almacén, recursos humanos, gestión administrativa.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siguen en Excel y correo: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duplicados, sin control de versiones ni trazabilidad.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Desarrollarlas a medida es caro y lento: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en TI y proyectos que no llegan.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propone construirlas con poco código: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infraestructura de Microsoft 365 que ya existe.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893181"/>
            <a:ext cx="5120640" cy="3620278"/>
          </a:xfrm>
          <a:prstGeom prst="roundRect">
            <a:avLst>
              <a:gd name="adj" fmla="val 3031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modelos_clou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002909"/>
            <a:ext cx="4901184" cy="3400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5559179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es un servicio SaaS con capacidades de PaaS para crear apps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plataforma, cinco productos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y móviles con poco código.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que automatizan tareas y procesos.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datos, informes y paneles.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conversacionales (antes Power Virtual Agents).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Pages: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web para usuarios externos.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50876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pp_cir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1618488"/>
            <a:ext cx="4535424" cy="45354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Power Apps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 rápido con poco código: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diseña arrastrando controles y se programa con fórmulas parecidas a las de Excel.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a más de 1.000 servicios: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SharePoint, Excel, Outlook, Teams, SQL, Dataverse y muchos más.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navegador, móvil y Teams: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app en cualquier dispositivo.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 la seguridad de Microsoft 365: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entran con su cuenta de empresa.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0" y="2087335"/>
            <a:ext cx="3840480" cy="359773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app_mov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197063"/>
            <a:ext cx="3621024" cy="337827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PIEZAS TRANSVERSALES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comparten todos los productos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⇄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Conectores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con cada servicio. Estándar (incluidos en Microsoft 365) y premium (con licencia adicional).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Dataverse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Power Platform: tablas, relaciones, seguridad por roles. Requiere licencia premium.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Builder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IA listos para usar: extraer datos de facturas, clasificar texto, reconocer objetos.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✦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IA para crear apps, fórmulas y flujos describiendo lo que necesitas.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EMPRESARIAL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Desarrolladores ciudadanos y TI, juntos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ciudadano: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de negocio que conoce el proceso construye la app.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profesional: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con código, conectores personalizados e integraciones.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gobierna: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entornos, directivas de datos y seguridad.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agilidad, menos coste y apps que resuelven problemas reales.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2397232"/>
            <a:ext cx="5120640" cy="2977936"/>
          </a:xfrm>
          <a:prstGeom prst="roundRect">
            <a:avLst>
              <a:gd name="adj" fmla="val 3685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valor_empresar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506960"/>
            <a:ext cx="4901184" cy="2758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PRÁCTICO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Licencias y entornos en dos minutos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necesitas saber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Incluye Power Apps y Power Automate con conectores estándar: SharePoint, Excel, Outlook, Teams.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Apps 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Necesaria para Dataverse, conectores premium (SQL, HTTP) y apps basadas en modelo.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Contenedor de apps, flujos y datos con su propia seguridad. Suele haber desarrollo, prueba y producción.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 predeterminado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en todas las organizaciones; todos pueden crear en él. Útil para empezar, no para producción.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Directivas DLP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TI que deciden qué conectores pueden combinarse en una misma app o flujo.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D1.1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Power Platform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make.powerapps.com, Power Automate, Power BI y Centro de administración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Power Apps y selector de entorno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Menú: Inicio, Crear, Aplicaciones, Tablas, Flujos, Soluciones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entorno en make.powerautomate.com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curso en app.powerbi.com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Studio, solo para ubicarlo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administración: lista de entornos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2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deben observar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vive dentro de un entorno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comparten conexiones y datos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volveremos en la Sesión 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apps y Power Apps Studio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de lienzo y basadas en modelo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de empezar una app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zonas de Power Apps Studio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APPS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Lienzo frente a basada en modelo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Lienzo (canvas):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diseño, píxel a píxel. Se conecta a cualquier origen mediante conectores.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modelo: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a partir de tablas de Dataverse; formularios, vistas y paneles estándar.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curso: </a:t>
            </a: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lienzo, porque no requiere Dataverse y es el tipo más usado con SharePoint.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2677157"/>
            <a:ext cx="5120640" cy="2418086"/>
          </a:xfrm>
          <a:prstGeom prst="roundRect">
            <a:avLst>
              <a:gd name="adj" fmla="val 4538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tipos_ap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2786885"/>
            <a:ext cx="4901184" cy="21986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elegir?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Lienzo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Basada en 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277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Libre, a medida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 y adaptable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 conector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Dataverse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Fórmulas Power Fx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negocio, flujos, Power Fx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 con conectores estándar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1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Tareas concretas y móviles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complejos con muchos datos relacionados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EMPEZAR HOY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puntos de partida en Crear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Copilot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la app en lenguaje natural y Copilot propone tabla y pantallas.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datos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SharePoint o Dataverse: genera una app funcional en segundos.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plantilla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modernas listas: inicio, lista, formulario, detalle.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blanco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Lienzo vacío en formato teléfono o tableta. Máximo control.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STUDIO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zonas de trabajo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48463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árbol: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y controles.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Lienzo: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verá el usuario.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visual del control.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fórmulas: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 + fórmula.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creación: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insertar, datos, variables, Power Automate, temas.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o Alt+clic.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2421902"/>
            <a:ext cx="5852160" cy="2928597"/>
          </a:xfrm>
          <a:prstGeom prst="roundRect">
            <a:avLst>
              <a:gd name="adj" fmla="val 374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assets/lab_studio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531630"/>
            <a:ext cx="5632704" cy="27091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D1.2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Apps Studio y Copilot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crear una app describiéndola y recorrer Studio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con Copilot: «app para registrar incidencias de mantenimiento»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tabla propuesta y crear la app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vista de árbol, lienzo, propiedades y barra de fórmulas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una propiedad desde el panel y desde la fórmula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 con F5 y prueba con Alt+clic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 Copilot un botón de navegación y revisar su fórmula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frente a publicar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2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no hay Dataverse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necesita Dataverse para crear la tabla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 el proceso con capturas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Continúa con una app en blanco y una plantilla de lista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P1.1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primera aplicación generada desde datos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· Archivo: DATOS/FlooringEstimates.xlsx · Guía: SESION_1/PRACTICAS/P1.1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Excel a OneDrive (en formato tabla)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app desde datos con OneDrive para la Empresa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las tres pantallas generadas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búsqueda, edición y alta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Personalizar galería y formulario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Guardar, publicar y abrir en el móvil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esperado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tres pantallas publicada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con formato en euros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reflejados en el Excel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abierta desde Power Apps Mobile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7427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· 15 minutos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206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vuelta: pantallas, navegación y controles para construir una app desde cero.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742774"/>
          </a:solidFill>
          <a:ln w="25400">
            <a:solidFill>
              <a:srgbClr val="B98B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Pantallas, navegación y controles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pantallas y navegación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básicos y sus propiedades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E4D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modernos, temas y experiencia de usuario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Navigate y Back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 a otra pantalla con una transición.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la pantalla anterior invirtiendo la transición.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ocultas: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navegación hacia ellas (ayuda, configuración).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92240" cy="2560320"/>
          </a:xfrm>
          <a:prstGeom prst="roundRect">
            <a:avLst>
              <a:gd name="adj" fmla="val 2857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6126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OnSelect de un botón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Navigate('Compare Screen'; ScreenTransition.Cover)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Volver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Transiciones: Cover, CoverRight,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Fade, UnCover, UnCoverRight, None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2623083"/>
            <a:ext cx="4206240" cy="2526234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navi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2732811"/>
            <a:ext cx="3986784" cy="230677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BÁSICOS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catálogo que usarás siempre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933"/>
            <a:ext cx="2560320" cy="1553894"/>
          </a:xfrm>
          <a:prstGeom prst="roundRect">
            <a:avLst>
              <a:gd name="adj" fmla="val 7061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assets/etiqu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65085"/>
            <a:ext cx="2414016" cy="14075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83280" y="1727622"/>
            <a:ext cx="2560320" cy="1482516"/>
          </a:xfrm>
          <a:prstGeom prst="roundRect">
            <a:avLst>
              <a:gd name="adj" fmla="val 7401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home/claude/assets/entrada_tex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800774"/>
            <a:ext cx="2414016" cy="13362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83280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texto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1723268"/>
            <a:ext cx="2560320" cy="1491223"/>
          </a:xfrm>
          <a:prstGeom prst="roundRect">
            <a:avLst>
              <a:gd name="adj" fmla="val 7358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/home/claude/assets/bot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96420"/>
            <a:ext cx="2414016" cy="134491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17920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9542533" y="1508760"/>
            <a:ext cx="1580374" cy="1920240"/>
          </a:xfrm>
          <a:prstGeom prst="roundRect">
            <a:avLst>
              <a:gd name="adj" fmla="val 6943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3" descr="/home/claude/assets/selector_fech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685" y="1581912"/>
            <a:ext cx="1434070" cy="17739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52560" y="3447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de fecha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4146528"/>
            <a:ext cx="2560320" cy="1673904"/>
          </a:xfrm>
          <a:prstGeom prst="roundRect">
            <a:avLst>
              <a:gd name="adj" fmla="val 6555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4" descr="/home/claude/assets/despleg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219680"/>
            <a:ext cx="2414016" cy="15276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8640" y="5961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Desplegable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3383280" y="4070422"/>
            <a:ext cx="2560320" cy="1826116"/>
          </a:xfrm>
          <a:prstGeom prst="roundRect">
            <a:avLst>
              <a:gd name="adj" fmla="val 6009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0" name="Image 5" descr="/home/claude/assets/casill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432" y="4143574"/>
            <a:ext cx="2414016" cy="16798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383280" y="5961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Casilla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6217920" y="4261561"/>
            <a:ext cx="2560320" cy="1443838"/>
          </a:xfrm>
          <a:prstGeom prst="roundRect">
            <a:avLst>
              <a:gd name="adj" fmla="val 7600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6" descr="/home/claude/assets/deslizan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4334713"/>
            <a:ext cx="2414016" cy="129753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217920" y="5961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deslizante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9052560" y="4064552"/>
            <a:ext cx="2560320" cy="183785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26" name="Image 7" descr="/home/claude/assets/rat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5712" y="4137704"/>
            <a:ext cx="2414016" cy="169155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9052560" y="5961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29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Y FÓRMULAS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propiedad puede ser una fórmula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fijos o fórmulas que se recalculan solas, como en Excel.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a otros controles: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txtName.Text, Label1.X.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adaptable: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Parent.Width en lugar de números fijos.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1F1A24"/>
          </a:solidFill>
          <a:ln w="12700">
            <a:solidFill>
              <a:srgbClr val="1F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lblHeader.Text   = "Machine Ordering"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lblUser.Text     = "Hola, " &amp; User().FullName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lblHeader.Width  = Parent.Width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lblUser.X        = Parent.Width - Self.Width - 20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btnSend.Fill     = If(IsBlank(txtName.Text); Gray; RGBA(116; 39; 116; 1))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3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Navegador en español: ; separa argumentos y ;; encadena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modernos y temas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modernos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Basados en Fluent 2: más accesibles y consistentes. Son los predeterminados en apps nuevas.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Actualización de 2026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renombradas (FontSize → Size) y valores con enumeraciones. Studio avisa si un control tiene versión nueva.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colores y tipografía de toda la app desde un único sitio.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Clásicos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Siguen disponibles en la categoría Classic para apps existentes.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USUARIO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reglas desde la primera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05200" cy="3383280"/>
          </a:xfrm>
          <a:prstGeom prst="roundRect">
            <a:avLst>
              <a:gd name="adj" fmla="val 3243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Nombres claros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scrList, galSolicitudes, btnSend. Tus fórmulas se leerán solas.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8160" y="2148840"/>
            <a:ext cx="3505200" cy="3383280"/>
          </a:xfrm>
          <a:prstGeom prst="roundRect">
            <a:avLst>
              <a:gd name="adj" fmla="val 3243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248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24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02480" y="3108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Consistencia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02480" y="379476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cabecera, mismos colores y botones en el mismo sitio en todas las pantallas.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7680" y="2148840"/>
            <a:ext cx="3505200" cy="3383280"/>
          </a:xfrm>
          <a:prstGeom prst="roundRect">
            <a:avLst>
              <a:gd name="adj" fmla="val 3243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2000" y="2423160"/>
            <a:ext cx="566928" cy="56692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820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82000" y="3108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82000" y="3794760"/>
            <a:ext cx="295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AccessibleLabel en botones e iconos, contraste suficiente y orden de tabulación lógico.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7427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D1.3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Pantallas, navegación y temas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· app en blanco en formato tableta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Renombrar pantallas con convención de nombres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con Parent.Width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con transición y Back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transiciones con el autocompletado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vertical y diseño adaptable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dos temas modernos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AccessibleLabel y Comprobador de aplicaciones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27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 clave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bien ahorra tiempo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posiciones fijas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tema cambia toda la app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P1.2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de lienzo desde cero: Machine Ordering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minutos · Guía: SESION_1/PRACTICAS/P1.2 · Continúa en la Sesión 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la solución Contoso Coffee y la app en tableta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Renombrar y crear tres pantallas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con el nombre del usuario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con transiciones y Back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pedido con controles básicos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Tema, iconos y accesibilidad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2509984"/>
            <a:ext cx="4114800" cy="3301072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9525">
            <a:solidFill>
              <a:srgbClr val="E6DD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/lab_machine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2619712"/>
            <a:ext cx="3895344" cy="30816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tipo de app elegirías para un formulario móvil sobre SharePoint?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basada en modelo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de lienzo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de Power Automate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informe de Power BI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427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E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cambiado la app y la has guardado. ¿Qué ven los usuarios?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nueva, al instante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anterior, hasta que publiques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aviso para actualizar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7F3F8"/>
          </a:solidFill>
          <a:ln w="9525">
            <a:solidFill>
              <a:srgbClr val="E6DD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7427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Nada, la app deja de funcionar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E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te llevas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 es la pieza de aplicaciones de Power Platform y usa conectores para llegar a los datos.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26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de lienzo son pantallas con controles cuyas propiedades pueden llevar fórmulas.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742774"/>
          </a:solidFill>
          <a:ln w="19050">
            <a:solidFill>
              <a:srgbClr val="B98B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bien, diseña adaptable y recuerda que guardar no es publicar.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7427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conectamos una app a SharePoint y le damos lógica con Power Fx.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Apps · Sesión 1 · Introducción y aplicaciones básicas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B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Curso Power Apps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 · Introducción a Power Apps</dc:title>
  <dc:subject>PptxGenJS Presentation</dc:subject>
  <dc:creator>Jorge</dc:creator>
  <cp:lastModifiedBy>Jorge</cp:lastModifiedBy>
  <cp:revision>1</cp:revision>
  <dcterms:created xsi:type="dcterms:W3CDTF">2026-09-22T06:35:23Z</dcterms:created>
  <dcterms:modified xsi:type="dcterms:W3CDTF">2026-09-22T06:35:23Z</dcterms:modified>
</cp:coreProperties>
</file>